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cover\cover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60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</a:t>
            </a:r>
            <a:pPr indent="0" marL="0">
              <a:buNone/>
            </a:pPr>
            <a:r>
              <a:rPr lang="en-US" sz="5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 Wrong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as a conversation, powered by IBM Bob 2.0.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035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/ axios    -    8 real hotspots    -    17 Bob tasks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MOMENT</a:t>
            </a:r>
            <a:endParaRPr lang="en-US" sz="1200" dirty="0"/>
          </a:p>
        </p:txBody>
      </p:sp>
      <p:pic>
        <p:nvPicPr>
          <p:cNvPr id="3" name="Image 0" descr="E:\ibm-bob-2.0-hackathon\assets\slides\slide-02-mia-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Meet Mia.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9202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her first day as a developer on a new team. Normally that means two silent weeks reading unfamiliar code, hoping it sinks in, with no one checking whether her assumptions are even right.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expensive and invisible, until it causes a bug months later.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cost of silent onboarding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3-6 mo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full productivity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38144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$20K-$80K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hire, first 90 days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8A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hires quit within 90 days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4272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 / 70%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/ productivity gain with strong onboarding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Cycloid, AllenComm, HR Dive, Brandon Hall Group / Glassdoor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recall beats passive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 passively doesn't build real understanding. Testing your own assumptions, and getting corrected, does. That's well established in how people actually learn.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411480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applies that principle to codebase onboarding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Prove Me Wrong works</a:t>
            </a:r>
            <a:endParaRPr lang="en-US" sz="2800" dirty="0"/>
          </a:p>
        </p:txBody>
      </p:sp>
      <p:pic>
        <p:nvPicPr>
          <p:cNvPr id="4" name="Image 0" descr="E:\ibm-bob-2.0-hackathon\assets\slides\slide-05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91640"/>
            <a:ext cx="1051560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IBM BOB 2.0, SPECIFICALLY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Full-repository context, not a single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live source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70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training knowledge, the current file, for the exact topic asked about.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how pieces connect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9044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does, and why, across the whole codebase, not one file in isolation.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E0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Bob can be wrong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3892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made the same reasoning error three times on one topic, caught only by tracing the cited line by hand.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Real repo. Real reasoning. Real citations.</a:t>
            </a:r>
            <a:endParaRPr lang="en-US" sz="2700" dirty="0"/>
          </a:p>
        </p:txBody>
      </p:sp>
      <p:pic>
        <p:nvPicPr>
          <p:cNvPr id="4" name="Image 0" descr="E:\ibm-bob-2.0-hackathon\assets\slides\slide-07-correction-citation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600200"/>
            <a:ext cx="3474720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Hours of proof, not weeks of silence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hiring developers pays the onboarding cost today. Prove Me Wrong replaces weeks of silent, unverified reading with a focused session of active, proven understanding.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228600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2606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improvement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0" y="4023360"/>
            <a:ext cx="329184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70%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5029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improvement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different lane, on purpose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lanes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6324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Repo-visualizer tools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/ change-risk scorers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near-identical entries in round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22860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9050">
            <a:solidFill>
              <a:srgbClr val="4FD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2560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0632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full-repo-context capability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at active recall, how people learn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Proof-grounded verification, not a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Me Wrong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proven understanding, instead of weeks of silent reading.</a:t>
            </a:r>
            <a:endParaRPr lang="en-US" sz="1600" dirty="0"/>
          </a:p>
        </p:txBody>
      </p:sp>
      <p:pic>
        <p:nvPicPr>
          <p:cNvPr id="4" name="Image 0" descr="E:\ibm-bob-2.0-hackathon\assets\slides\slide-10-summa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2697480"/>
            <a:ext cx="8686800" cy="4050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github.com/jeretc/proof-me-wrong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2026-09-26T03:48:39Z</dcterms:created>
  <dcterms:modified xsi:type="dcterms:W3CDTF">2026-09-26T03:48:39Z</dcterms:modified>
</cp:coreProperties>
</file>