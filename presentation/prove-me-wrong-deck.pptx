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2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ibm-bob-2.0-hackathon\assets\cover\cover-imag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37960" y="0"/>
            <a:ext cx="562356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09360" y="0"/>
            <a:ext cx="228600" cy="6858000"/>
          </a:xfrm>
          <a:prstGeom prst="rect">
            <a:avLst/>
          </a:prstGeom>
          <a:solidFill>
            <a:srgbClr val="14120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40080" y="2148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BOB 2.0 HACKATHON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56032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DE8D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Prove </a:t>
            </a:r>
            <a:pPr indent="0" marL="0">
              <a:buNone/>
            </a:pPr>
            <a:r>
              <a:rPr lang="en-US" sz="5400" b="1" dirty="0">
                <a:solidFill>
                  <a:srgbClr val="4FD3C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Me Wrong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70332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as a conversation, powered by IBM Bob 2.0.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60350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axios / axios    -    8 real hotspots    -    17 Bob tasks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2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PROBLEM, IN ONE MOMENT</a:t>
            </a:r>
            <a:endParaRPr lang="en-US" sz="1200" dirty="0"/>
          </a:p>
        </p:txBody>
      </p:sp>
      <p:pic>
        <p:nvPicPr>
          <p:cNvPr id="3" name="Image 0" descr="E:\ibm-bob-2.0-hackathon\assets\slides\slide-02-mia-sto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0" y="0"/>
            <a:ext cx="5760720" cy="6858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10058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E8D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Meet Mia.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92024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her first day as a developer on a new team. Normally that means two silent weeks reading unfamiliar code, hoping it sinks in, with no one checking whether her assumptions are even right.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74904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gap is expensive and invisible, until it causes a bug months later.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2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8D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cost of silent onboarding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2542032" cy="3108960"/>
          </a:xfrm>
          <a:prstGeom prst="roundRect">
            <a:avLst>
              <a:gd name="adj" fmla="val 4317"/>
            </a:avLst>
          </a:prstGeom>
          <a:solidFill>
            <a:srgbClr val="1C1A15"/>
          </a:solidFill>
          <a:ln w="12700">
            <a:solidFill>
              <a:srgbClr val="3A35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606040"/>
            <a:ext cx="2542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FD3C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3-6 mo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886200"/>
            <a:ext cx="21762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reach full productivity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38144" y="2148840"/>
            <a:ext cx="2542032" cy="3108960"/>
          </a:xfrm>
          <a:prstGeom prst="roundRect">
            <a:avLst>
              <a:gd name="adj" fmla="val 4317"/>
            </a:avLst>
          </a:prstGeom>
          <a:solidFill>
            <a:srgbClr val="1C1A15"/>
          </a:solidFill>
          <a:ln w="12700">
            <a:solidFill>
              <a:srgbClr val="3A35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38144" y="2606040"/>
            <a:ext cx="2542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FD3C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$20K-$80K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621024" y="3886200"/>
            <a:ext cx="21762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hire, first 90 days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36208" y="2148840"/>
            <a:ext cx="2542032" cy="3108960"/>
          </a:xfrm>
          <a:prstGeom prst="roundRect">
            <a:avLst>
              <a:gd name="adj" fmla="val 4317"/>
            </a:avLst>
          </a:prstGeom>
          <a:solidFill>
            <a:srgbClr val="1C1A15"/>
          </a:solidFill>
          <a:ln w="12700">
            <a:solidFill>
              <a:srgbClr val="3A35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36208" y="2606040"/>
            <a:ext cx="2542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08A4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28%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19088" y="3886200"/>
            <a:ext cx="21762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new hires quit within 90 days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034272" y="2148840"/>
            <a:ext cx="2542032" cy="3108960"/>
          </a:xfrm>
          <a:prstGeom prst="roundRect">
            <a:avLst>
              <a:gd name="adj" fmla="val 4317"/>
            </a:avLst>
          </a:prstGeom>
          <a:solidFill>
            <a:srgbClr val="1C1A15"/>
          </a:solidFill>
          <a:ln w="12700">
            <a:solidFill>
              <a:srgbClr val="3A35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34272" y="2606040"/>
            <a:ext cx="2542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FD3C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82% / 70%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217152" y="3886200"/>
            <a:ext cx="21762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/ productivity gain with strong onboarding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Cycloid, AllenComm, HR Dive, Brandon Hall Group / Glassdoor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2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DE8D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Active recall beats passive review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377440"/>
            <a:ext cx="8686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code passively doesn't build real understanding. Testing your own assumptions, and getting corrected, does. That's well established in how people actually learn.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3794760"/>
            <a:ext cx="4114800" cy="0"/>
          </a:xfrm>
          <a:prstGeom prst="line">
            <a:avLst/>
          </a:prstGeom>
          <a:noFill/>
          <a:ln w="12700">
            <a:solidFill>
              <a:srgbClr val="3A35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02336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applies that principle to codebase onboarding today.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2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DE8D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How Prove Me Wrong works</a:t>
            </a:r>
            <a:endParaRPr lang="en-US" sz="2800" dirty="0"/>
          </a:p>
        </p:txBody>
      </p:sp>
      <p:pic>
        <p:nvPicPr>
          <p:cNvPr id="4" name="Image 0" descr="E:\ibm-bob-2.0-hackathon\assets\slides\slide-05-diagra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691640"/>
            <a:ext cx="10515600" cy="4389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2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IBM BOB 2.0, SPECIFICALLY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8D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Full-repository context, not a single file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384048" cy="384048"/>
          </a:xfrm>
          <a:prstGeom prst="ellipse">
            <a:avLst/>
          </a:prstGeom>
          <a:solidFill>
            <a:srgbClr val="1C1A15"/>
          </a:solidFill>
          <a:ln w="15875">
            <a:solidFill>
              <a:srgbClr val="4FD3C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2402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live source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7004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training knowledge, the current file, for the exact topic asked about.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384048" cy="384048"/>
          </a:xfrm>
          <a:prstGeom prst="ellipse">
            <a:avLst/>
          </a:prstGeom>
          <a:solidFill>
            <a:srgbClr val="1C1A15"/>
          </a:solidFill>
          <a:ln w="15875">
            <a:solidFill>
              <a:srgbClr val="4FD3C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4747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how pieces connect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90448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code does, and why, across the whole codebase, not one file in isolation.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754880"/>
            <a:ext cx="384048" cy="384048"/>
          </a:xfrm>
          <a:prstGeom prst="ellipse">
            <a:avLst/>
          </a:prstGeom>
          <a:solidFill>
            <a:srgbClr val="1C1A15"/>
          </a:solidFill>
          <a:ln w="15875">
            <a:solidFill>
              <a:srgbClr val="E08A4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4754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8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709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Bob can be wrong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513892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made the same reasoning error three times on one topic, caught only by tracing the cited line by hand.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2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DE8D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Real repo. Real reasoning. Real citations.</a:t>
            </a:r>
            <a:endParaRPr lang="en-US" sz="2700" dirty="0"/>
          </a:p>
        </p:txBody>
      </p:sp>
      <p:pic>
        <p:nvPicPr>
          <p:cNvPr id="4" name="Image 0" descr="E:\ibm-bob-2.0-hackathon\assets\slides\slide-07-correction-citation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343400" y="1600200"/>
            <a:ext cx="3474720" cy="4846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2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VALUE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8D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Hours of proof, not weeks of silence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6583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company hiring developers pays the onboarding cost today. Prove Me Wrong replaces weeks of silent, unverified reading with a focused session of active, proven understanding.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589520" y="2286000"/>
            <a:ext cx="3840480" cy="2926080"/>
          </a:xfrm>
          <a:prstGeom prst="roundRect">
            <a:avLst>
              <a:gd name="adj" fmla="val 3750"/>
            </a:avLst>
          </a:prstGeom>
          <a:solidFill>
            <a:srgbClr val="1C1A15"/>
          </a:solidFill>
          <a:ln w="12700">
            <a:solidFill>
              <a:srgbClr val="3A35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89520" y="26060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FD3C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82%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7772400" y="34290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improvement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863840" y="4023360"/>
            <a:ext cx="3291840" cy="0"/>
          </a:xfrm>
          <a:prstGeom prst="line">
            <a:avLst/>
          </a:prstGeom>
          <a:noFill/>
          <a:ln w="12700">
            <a:solidFill>
              <a:srgbClr val="3A35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589520" y="4206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FD3C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70%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0" y="50292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productivity improvement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2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ORIGINALITY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8D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different lane, on purpose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1C1A15"/>
          </a:solidFill>
          <a:ln w="12700">
            <a:solidFill>
              <a:srgbClr val="3A35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25603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8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Crowded lanes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3063240"/>
            <a:ext cx="4572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Repo-visualizer tools
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/ change-risk scorers
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Dozens of near-identical entries in round 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035040" y="2286000"/>
            <a:ext cx="5394960" cy="3291840"/>
          </a:xfrm>
          <a:prstGeom prst="roundRect">
            <a:avLst>
              <a:gd name="adj" fmla="val 3333"/>
            </a:avLst>
          </a:prstGeom>
          <a:solidFill>
            <a:srgbClr val="1C1A15"/>
          </a:solidFill>
          <a:ln w="19050">
            <a:solidFill>
              <a:srgbClr val="4FD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55080" y="25603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355080" y="306324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full-repo-context capability
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Pointed at active recall, how people learn
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Proof-grounded verification, not a dashboard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2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ibm-bob-2.0-hackathon\assets\slides\slide-10-summar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37960" y="0"/>
            <a:ext cx="562356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09360" y="0"/>
            <a:ext cx="228600" cy="6858000"/>
          </a:xfrm>
          <a:prstGeom prst="rect">
            <a:avLst/>
          </a:prstGeom>
          <a:solidFill>
            <a:srgbClr val="14120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40080" y="237744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FD3C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Prove Me Wrong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24612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of proven understanding, instead of weeks of silent reading.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1264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D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github.com/jeretc/proof-me-wrong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entury Schoolboo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2026-09-26T03:35:25Z</dcterms:created>
  <dcterms:modified xsi:type="dcterms:W3CDTF">2026-09-26T03:35:25Z</dcterms:modified>
</cp:coreProperties>
</file>