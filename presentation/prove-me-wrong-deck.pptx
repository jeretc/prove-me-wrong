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ibm-bob-2.0-hackathon\assets\cover\cover-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0"/>
            <a:ext cx="5623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228600" cy="6858000"/>
          </a:xfrm>
          <a:prstGeom prst="rect">
            <a:avLst/>
          </a:prstGeom>
          <a:solidFill>
            <a:srgbClr val="14120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HACKATHON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60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Prove </a:t>
            </a:r>
            <a:pPr indent="0" marL="0">
              <a:buNone/>
            </a:pPr>
            <a:r>
              <a:rPr lang="en-US" sz="54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 Wrong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03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as a conversation, powered by IBM Bob 2.0.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axios    -    8 real hotspots    -    17 Bob tasks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ONE MOMENT</a:t>
            </a:r>
            <a:endParaRPr lang="en-US" sz="1200" dirty="0"/>
          </a:p>
        </p:txBody>
      </p:sp>
      <p:pic>
        <p:nvPicPr>
          <p:cNvPr id="3" name="Image 0" descr="E:\ibm-bob-2.0-hackathon\assets\slides\slide-02-mia-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6072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Meet Mia.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202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her first day as a developer on a new team. Normally that means two silent weeks reading unfamiliar code, hoping it sinks in, with no one checking whether her assumptions are even right.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49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expensive and invisible, until it causes a bug months later.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cost of silent onboarding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108960"/>
          </a:xfrm>
          <a:prstGeom prst="roundRect">
            <a:avLst>
              <a:gd name="adj" fmla="val 4317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3-6 mo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full productivity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8144" y="2148840"/>
            <a:ext cx="2542032" cy="3108960"/>
          </a:xfrm>
          <a:prstGeom prst="roundRect">
            <a:avLst>
              <a:gd name="adj" fmla="val 4317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38144" y="26060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$20K-$80K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38862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hire, first 90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2148840"/>
            <a:ext cx="2542032" cy="3108960"/>
          </a:xfrm>
          <a:prstGeom prst="roundRect">
            <a:avLst>
              <a:gd name="adj" fmla="val 4317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26060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38862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hires quit within 90 days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2148840"/>
            <a:ext cx="2542032" cy="3108960"/>
          </a:xfrm>
          <a:prstGeom prst="roundRect">
            <a:avLst>
              <a:gd name="adj" fmla="val 4317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4272" y="2606040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82% / 70%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38862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productivity gain with strong onboarding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Cycloid, AllenComm, HR Dive, Brandon Hall Group / Glassdoor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Active recall beats passive review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 passively doesn't build real understanding. Testing your own assumptions, and getting corrected, does. That's well established in how people actually learn.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4114800" cy="0"/>
          </a:xfrm>
          <a:prstGeom prst="line">
            <a:avLst/>
          </a:prstGeom>
          <a:noFill/>
          <a:ln w="12700">
            <a:solidFill>
              <a:srgbClr val="3A35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applies that principle to codebase onboarding today.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Prove Me Wrong works</a:t>
            </a:r>
            <a:endParaRPr lang="en-US" sz="2800" dirty="0"/>
          </a:p>
        </p:txBody>
      </p:sp>
      <p:pic>
        <p:nvPicPr>
          <p:cNvPr id="4" name="Image 0" descr="E:\ibm-bob-2.0-hackathon\assets\slides\slide-05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1051560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IBM BOB 2.0, SPECIFICALLY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Full-repository context, not a single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1C1A15"/>
          </a:solidFill>
          <a:ln w="15875">
            <a:solidFill>
              <a:srgbClr val="4FD3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live source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70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training knowledge, the current file, for the exact topic asked about.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1C1A15"/>
          </a:solidFill>
          <a:ln w="15875">
            <a:solidFill>
              <a:srgbClr val="4FD3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how pieces connect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9044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does, and why, across the whole codebase, not one file in isolation.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384048" cy="384048"/>
          </a:xfrm>
          <a:prstGeom prst="ellipse">
            <a:avLst/>
          </a:prstGeom>
          <a:solidFill>
            <a:srgbClr val="1C1A15"/>
          </a:solidFill>
          <a:ln w="15875">
            <a:solidFill>
              <a:srgbClr val="E08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Bob can be wrong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38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made the same reasoning error three times on one topic, caught only by tracing the cited line by hand.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repo. Real reasoning. Real citations.</a:t>
            </a:r>
            <a:endParaRPr lang="en-US" sz="2700" dirty="0"/>
          </a:p>
        </p:txBody>
      </p:sp>
      <p:pic>
        <p:nvPicPr>
          <p:cNvPr id="4" name="Image 0" descr="E:\ibm-bob-2.0-hackathon\assets\slides\slide-07-correction-cit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600200"/>
            <a:ext cx="347472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Hours of proof, not weeks of silence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hiring developers pays the onboarding cost today. Prove Me Wrong replaces weeks of silent, unverified reading with a focused session of active, proven understanding.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9520" y="22860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82%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improvement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4023360"/>
            <a:ext cx="3291840" cy="0"/>
          </a:xfrm>
          <a:prstGeom prst="line">
            <a:avLst/>
          </a:prstGeom>
          <a:noFill/>
          <a:ln w="12700">
            <a:solidFill>
              <a:srgbClr val="3A3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4206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029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improvement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8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different lane,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C1A15"/>
          </a:solidFill>
          <a:ln w="12700">
            <a:solidFill>
              <a:srgbClr val="3A3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lanes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Repo-visualizer tools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change-risk scorers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near-identical entries in round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2860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1C1A15"/>
          </a:solidFill>
          <a:ln w="19050">
            <a:solidFill>
              <a:srgbClr val="4FD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0632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full-repo-context capability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at active recall, how people learn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Proof-grounded verification, not a dashboard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D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Prove Me Wrong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4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proven understanding, instead of weeks of silent reading.</a:t>
            </a:r>
            <a:endParaRPr lang="en-US" sz="1600" dirty="0"/>
          </a:p>
        </p:txBody>
      </p:sp>
      <p:pic>
        <p:nvPicPr>
          <p:cNvPr id="4" name="Image 0" descr="E:\ibm-bob-2.0-hackathon\assets\slides\slide-10-sum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2697480"/>
            <a:ext cx="5486400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github.com/jeretc/proof-me-wrong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2026-09-26T03:58:23Z</dcterms:created>
  <dcterms:modified xsi:type="dcterms:W3CDTF">2026-09-26T03:58:23Z</dcterms:modified>
</cp:coreProperties>
</file>